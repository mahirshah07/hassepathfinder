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1852-C067-1A40-1495-DED9702B2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07B53-2778-0AE4-057B-15A040637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E5637-9877-D71A-1158-B97DEDD9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633D-B0CB-739D-F9C6-23FA6557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93413-C532-55A2-32CA-BEAC47C8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518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E5D2-9122-45D0-D56C-35D1FDEB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C34C-9572-FEDE-BC26-CAE8B99B9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72999-836D-F263-BB39-9DEDBAB5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C9844-6DD3-0C1A-E473-065C25E6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691E5-459C-27A1-4CB7-C6ED6C0B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09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760D-2B6F-30B9-A9FD-5AB2AC8E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8D0CF-8AD2-9FDA-2771-205FF1350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E525-5C39-87FE-3491-546766EE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80E37-495F-0CF3-76CE-1D8E6E6A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3471D-9EF3-0A03-0B05-E8B463F9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94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DC26-28F6-7C9D-2EC1-E58376D6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BB490-3E08-5429-17FC-CD4BCFA98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C3AFA-61DB-6BE3-3E62-F48A310B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8379-3549-EC54-DCF2-615E4DA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519DA-BFB8-5DE4-4B87-766E89DF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8D812-EE69-067E-5A0B-3DD259E5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51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A5B5-BC2F-7011-7F25-CDB3EBBA0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0A21F-2BA6-359B-104B-FDEE5096E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04842-0BE8-7EC3-A251-E4DC24E60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2CD2A-21FA-3994-1D78-93C6EA9E6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B5694D-BC9D-50F1-F238-2E7D0F6E1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E8CF2-A569-5FFB-31F7-CC32B624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B02A5-CE6D-629C-4005-037D1A49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87E92-4A7E-5A07-2D5D-59411436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8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C867-D2CA-210B-FF42-4CE64F74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F8364-7C99-A703-36F3-91F5CE906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87094-CEE5-1EE5-8322-7F28B78A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03190-E57F-3134-0604-EBA1CA2E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1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FAB89-60D3-8403-C7C8-56BDD5B7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020E5-1A75-FB1F-7F3B-C3B6C89A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1F1C8-48DA-A37E-210A-99522D16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06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FB46-AFE4-4E50-F408-4753F16F6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5F484-81A9-C92D-02D0-3F0B0F665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2A7F7-BFEA-9ADB-8DBB-20B291CF1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61992-A6E1-5D20-9F1A-DEFF8D8A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14FD1-4FB0-10F6-78A4-6B8A66C0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BA31F-3478-A9F9-50E6-34A523BE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66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3E28-4784-5F3D-83DC-4FB79224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9C2C0-AC8F-11BB-D433-85AEB0B02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0B58-E1DE-BCD2-3D3C-12FA7D3DA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B3262-A23C-9981-F5D4-559867ED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F49DC-FBBA-6A3D-1EC5-21A60B8E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84D07-7605-8B16-E33B-0D56E9CF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1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DE85-2E0D-CF6E-26DB-30F4B852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F4523-90EA-669F-381C-73C3A5ADF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13E9A-90B5-B00F-8D5A-0FC7D5E6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1EF84-9784-EAFB-D626-706CEE63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29190-B986-FAA9-DD25-7B03ED10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06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06DD77-8E3E-2BFC-0394-AD2CBB9CF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D156B-C35A-6D6A-4E80-F36C60CDD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9637B-78E7-F027-52B8-F5D7C51A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863CC-2201-27B7-2F73-83BD697B8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EE386-38C3-9C23-523E-35DF8D82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74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58D4B-9073-89EA-24C4-C860B6FA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C6EA3-3C27-2E0D-FFF2-9D15DB977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1B56-C792-7237-499C-A4DD29AEA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C3B88-5952-4BC6-A3BC-E0E5AFE7C2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2ADBF-D619-003B-4216-633D47C70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FB78B-BF8B-FE1D-EF19-BDA77E863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394A7-8816-4712-97C4-75360846B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05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C5D7-C6E7-5773-CF5E-A825DA2094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BAKI CHE BANAVANU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B7102-0A29-A935-CC65-4EE4D352D9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Just to check if it </a:t>
            </a:r>
            <a:r>
              <a:rPr lang="en-IN"/>
              <a:t>works in web view or not</a:t>
            </a:r>
          </a:p>
        </p:txBody>
      </p:sp>
    </p:spTree>
    <p:extLst>
      <p:ext uri="{BB962C8B-B14F-4D97-AF65-F5344CB8AC3E}">
        <p14:creationId xmlns:p14="http://schemas.microsoft.com/office/powerpoint/2010/main" val="277226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BAKI CHE BANAVANU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Mahir Sujalkumar Shah</dc:creator>
  <cp:lastModifiedBy>Mahir Sujalkumar Shah</cp:lastModifiedBy>
  <cp:revision>2</cp:revision>
  <dcterms:created xsi:type="dcterms:W3CDTF">2026-04-10T21:01:32Z</dcterms:created>
  <dcterms:modified xsi:type="dcterms:W3CDTF">2026-04-10T21:01:57Z</dcterms:modified>
</cp:coreProperties>
</file>